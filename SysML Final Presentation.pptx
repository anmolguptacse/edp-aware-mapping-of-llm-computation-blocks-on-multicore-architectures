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14089-9FBB-77DD-9E98-E25FD6B5C5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5B848B-6522-F4B6-CE60-3AD510D583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FCB068-677E-054C-7C7C-7E11AB5CB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0E57E-F9F6-4A09-865D-CFDA761CF72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3E75E6-CEDB-D5F9-419B-BA368777D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25A51-8DE6-1EA4-04E5-F15B2320C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30B60-EF20-4166-A19B-5FB97B55A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4687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3AB00-D9CA-A01C-252B-1B236C9D43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81D365-E55C-2E0D-3CB0-085291F7E8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BFBFEF-4F4F-7611-DDCD-6E4A9B904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0E57E-F9F6-4A09-865D-CFDA761CF72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9C74B-B2B1-BCEC-F379-C764FE7A5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77190B-AA0B-FAFF-030F-FA3B11F5C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30B60-EF20-4166-A19B-5FB97B55A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199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FE51F-0A0D-6D5B-7CF7-CFE1FF1BF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EBF95B-2E21-D909-EB2E-9AD703B083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143DFC-4A31-0DA1-1AFF-BED3A6739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0E57E-F9F6-4A09-865D-CFDA761CF72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CE37D8-123D-2FE1-102C-60E884F9F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CB4B8-35DE-75E5-0451-A5ABE1D0B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30B60-EF20-4166-A19B-5FB97B55A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1651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3734F-7F60-43FA-F1D5-727E969A6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A5950-E63B-7C64-9321-D88ABD2B62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8510C8-540E-88D2-A054-F194864752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D70504-46E2-5200-5D5E-49CB5F13B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0E57E-F9F6-4A09-865D-CFDA761CF72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B7417F-A001-2627-8DA4-508B1720B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F550C-13E9-3B16-BC81-DAE2D5BAA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30B60-EF20-4166-A19B-5FB97B55A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172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F993B-DFEA-E4A3-3EAE-62509F85A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6C1C23-6E47-9D83-C80C-108CE261A0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BE206D-A9B9-0284-A3AD-37C28C3747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B2338B-7025-EE30-B5AB-84B38E231E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26CEAD-713A-5E2C-C87C-6670222A2B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50FBB3-87C7-11E5-2867-A90519F1B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0E57E-F9F6-4A09-865D-CFDA761CF72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7FEE38-55DC-24B1-579F-52269706F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9DFFF6-3AA6-F319-C9DB-70E92B425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30B60-EF20-4166-A19B-5FB97B55A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638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BB566-138F-6FA8-66B7-F391BEB7B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7E1C3D2-25DA-5A83-B299-801D049BC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0E57E-F9F6-4A09-865D-CFDA761CF72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DCBA89-471F-9F64-FDFD-24141B07E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45DAA2-83A6-AF79-43E3-658D725CE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30B60-EF20-4166-A19B-5FB97B55A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37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510AAF-6EF5-6D80-7CD6-D1C6136C1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0E57E-F9F6-4A09-865D-CFDA761CF72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6D50A3-D680-8726-2516-3CD3F56DE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0B76B9-15CF-D248-348A-7CA6766C1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30B60-EF20-4166-A19B-5FB97B55A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7276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921F6-DB0E-0C42-CB5D-634254A99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7B8E38-3E85-5DBB-83A8-AD097AB948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E40078-40DB-43B8-A40C-BF1CFA775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0B593C-1E2F-DD96-32E4-F42FC498F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0E57E-F9F6-4A09-865D-CFDA761CF72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485D58-3ACD-78AE-DBE1-698455069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63EF33-9AF7-9E6C-B702-7BDF1F505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30B60-EF20-4166-A19B-5FB97B55A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624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B5735-B07B-1366-8A63-D879A7FA2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229471-6CC5-BF68-C054-DC66869D0F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2033C-964F-91F2-67D9-4A024F4DCC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91596B-C0AE-1C1F-4863-FE1358174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0E57E-F9F6-4A09-865D-CFDA761CF72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44D85F-FBE8-AB25-974B-5C347920A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DD349E-C54A-6F78-F959-77A600B7E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30B60-EF20-4166-A19B-5FB97B55A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425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E2337-394C-EE3B-E4DA-21A97BD9D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2D152A-0013-4590-2FF6-4F749FC09B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F695D8-B8A3-9F73-0DA3-E829B700F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0E57E-F9F6-4A09-865D-CFDA761CF72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88369-98D6-2604-7218-FEB9629C7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2BB410-3AA6-9B18-9FA6-561F21B06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30B60-EF20-4166-A19B-5FB97B55A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420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9CBB1E-E7A0-07DC-3661-6C996557EB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0E13B5-71EF-9858-065D-950103EDAF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EB573B-D654-FC04-9F8A-3A22A3996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0E57E-F9F6-4A09-865D-CFDA761CF72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378631-A14D-24FC-9333-6B7A4C3CA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8D3EAC-F9E9-9347-C8DE-99E0AE6BB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030B60-EF20-4166-A19B-5FB97B55A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154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8A4D8E-0022-3CDB-FF86-640F158385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E4BE37-1CA3-D4DD-A33A-1BEFD1E0DD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C3341-B734-9F25-EE8D-3A045F08B7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00E57E-F9F6-4A09-865D-CFDA761CF72E}" type="datetimeFigureOut">
              <a:rPr lang="en-IN" smtClean="0"/>
              <a:t>13-04-2026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AB3B4-77BF-727B-5ECB-70539338CC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E2221-7E12-32E5-868E-87C2042C4C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030B60-EF20-4166-A19B-5FB97B55A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7003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F5042-C022-B79C-9034-BC5D3E558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93DA08-AFBF-343C-DF74-D6F618AC7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2948"/>
            <a:ext cx="12173699" cy="6348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758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87ADD-4146-AB81-B87F-7E64301608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3C080C-1168-32A4-52F8-3D7F60501A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0" y="241737"/>
            <a:ext cx="12171472" cy="6390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072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15646-C42E-8514-342F-6FA976EFE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5953DE-468A-3D30-61E3-87F3B806C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9" y="231220"/>
            <a:ext cx="12181491" cy="635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8075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19A63-2BF0-3A0D-F531-153885BAC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76F182-2ED3-057B-682E-9F2937753F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6760" y="1620023"/>
            <a:ext cx="6068272" cy="30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085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A0F84-569B-4536-47BD-82C8BEB95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BE668C-34C8-1C50-ACBA-5D96DBE92A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1536"/>
            <a:ext cx="12191999" cy="6394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06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52F1D-F1FA-E7E5-829A-407753D26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5DDA5A-32B0-EE40-70F1-D2D497C6A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1668"/>
            <a:ext cx="12192000" cy="6314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318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D63043-BDC7-7836-0200-DF0596489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0B2FF4-59E0-F73B-4899-774143565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7550"/>
            <a:ext cx="12192000" cy="63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0157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BD0997-6C20-1EDE-AD92-04CF85337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CDBE08-7450-88E8-4582-673F3A7AA3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4076"/>
            <a:ext cx="12192000" cy="6389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441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036C9-98E5-4DF3-E86A-BCB43EA2B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EA85F71-4A23-219A-E401-54E446B48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58225"/>
            <a:ext cx="12192001" cy="6341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5721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53AB1-139D-264F-01E9-F04F90DAA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6C2E60-09A6-452A-1FB2-753118097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3358"/>
            <a:ext cx="12203276" cy="6337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69506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7F7C4-1B7A-C07C-992D-4AEB6E1B0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DD2C93-71AA-B4EA-D234-8F189A627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4333"/>
            <a:ext cx="12192000" cy="6389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032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53536-6FF9-9A11-4B00-35A757599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B88911-C1D7-3155-A1DD-FB6E1B598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55447"/>
            <a:ext cx="12192000" cy="6347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6778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67D7D8-BBF8-B6CB-01BA-6D62D175D8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E85266-6FB2-99A4-C04B-706E169CF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3252"/>
            <a:ext cx="12179945" cy="666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403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E6C48-8C00-BFC5-6189-3EFCA7A4A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B0E078-B8C4-AC57-06F9-BDD187AE3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171"/>
            <a:ext cx="12156965" cy="636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9137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82B2A5-E8E6-3B03-B5D1-265485586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668693-9FE5-614D-A1F1-9616E33FD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6534"/>
            <a:ext cx="12192000" cy="6302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380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6D274-D265-36B6-AA6E-85528DC40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937AEA-45FC-2363-14CA-39DB18BD7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9417"/>
            <a:ext cx="12177526" cy="6371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8950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B21F7D-5C65-D259-3D1B-BDC21707E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EF12BE-92F6-1E23-2264-BD158C6CD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476" y="231228"/>
            <a:ext cx="12213475" cy="6384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134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Widescreen</PresentationFormat>
  <Paragraphs>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Dhodade Aditya Namdev</dc:creator>
  <cp:lastModifiedBy>Dhodade Aditya Namdev</cp:lastModifiedBy>
  <cp:revision>1</cp:revision>
  <dcterms:created xsi:type="dcterms:W3CDTF">2026-04-12T19:03:29Z</dcterms:created>
  <dcterms:modified xsi:type="dcterms:W3CDTF">2026-04-12T19:21:05Z</dcterms:modified>
</cp:coreProperties>
</file>